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l-PL" sz="4200">
                <a:solidFill>
                  <a:srgbClr val="FFFFFF"/>
                </a:solidFill>
              </a:rPr>
              <a:t>Atomic Red Team – simulacija napada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endParaRPr lang="en-US" sz="3000"/>
          </a:p>
          <a:p>
            <a:pPr algn="l">
              <a:lnSpc>
                <a:spcPct val="90000"/>
              </a:lnSpc>
            </a:pPr>
            <a:r>
              <a:rPr lang="en-US" sz="3000"/>
              <a:t>Dominik </a:t>
            </a:r>
            <a:r>
              <a:rPr lang="en-US" sz="3000" err="1"/>
              <a:t>Černjević</a:t>
            </a:r>
            <a:r>
              <a:rPr lang="en-US" sz="3000"/>
              <a:t> | Emanuel </a:t>
            </a:r>
            <a:r>
              <a:rPr lang="en-US" sz="3000" err="1"/>
              <a:t>Valec</a:t>
            </a:r>
            <a:r>
              <a:rPr lang="en-US" sz="3000"/>
              <a:t> | Domagoj </a:t>
            </a:r>
            <a:r>
              <a:rPr lang="en-US" sz="3000" err="1"/>
              <a:t>Gerić</a:t>
            </a:r>
            <a:r>
              <a:rPr lang="en-US" sz="3000"/>
              <a:t> | Filip Podhraški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Cilj projekta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Simulacija realnih cyber napada</a:t>
            </a:r>
          </a:p>
          <a:p>
            <a:pPr lvl="1"/>
            <a:r>
              <a:rPr lang="en-US" sz="1700"/>
              <a:t>Testiranje sigurnosnih kontrola</a:t>
            </a:r>
          </a:p>
          <a:p>
            <a:pPr lvl="1"/>
            <a:r>
              <a:rPr lang="en-US" sz="1700"/>
              <a:t>Analiza obrane i logova</a:t>
            </a:r>
          </a:p>
          <a:p>
            <a:pPr lvl="1"/>
            <a:r>
              <a:rPr lang="en-US" sz="1700"/>
              <a:t>Preporuke za poboljšanje sigurnosti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Atomic Red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Open-source framework</a:t>
            </a:r>
          </a:p>
          <a:p>
            <a:pPr lvl="1"/>
            <a:r>
              <a:rPr lang="en-US" sz="1700"/>
              <a:t>MITRE ATT&amp;CK taktike i tehnike</a:t>
            </a:r>
          </a:p>
          <a:p>
            <a:pPr lvl="1"/>
            <a:r>
              <a:rPr lang="en-US" sz="1700"/>
              <a:t>Simulacija bez stvarne štete</a:t>
            </a:r>
          </a:p>
          <a:p>
            <a:pPr lvl="1"/>
            <a:r>
              <a:rPr lang="en-US" sz="1700"/>
              <a:t>Red &amp; Blue team perspektiva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Virtualna infrastruktura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OPNsense firewall</a:t>
            </a:r>
          </a:p>
          <a:p>
            <a:pPr lvl="1"/>
            <a:r>
              <a:rPr lang="en-US" sz="1700"/>
              <a:t>LAN / DMZ / WAN segmentacija</a:t>
            </a:r>
          </a:p>
          <a:p>
            <a:pPr lvl="1"/>
            <a:r>
              <a:rPr lang="en-US" sz="1700"/>
              <a:t>Kali Linux – napadač</a:t>
            </a:r>
          </a:p>
          <a:p>
            <a:pPr lvl="1"/>
            <a:r>
              <a:rPr lang="en-US" sz="1700"/>
              <a:t>Ubuntu / Xubuntu – ciljni sustavi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Uloga Security Analysta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Firewall hardening (default deny)</a:t>
            </a:r>
          </a:p>
          <a:p>
            <a:pPr lvl="1"/>
            <a:r>
              <a:rPr lang="en-US" sz="1700"/>
              <a:t>Implementacija IDS-a (Suricata)</a:t>
            </a:r>
          </a:p>
          <a:p>
            <a:pPr lvl="1"/>
            <a:r>
              <a:rPr lang="en-US" sz="1700"/>
              <a:t>Praćenje i analiza logova</a:t>
            </a:r>
          </a:p>
          <a:p>
            <a:pPr lvl="1"/>
            <a:r>
              <a:rPr lang="en-US" sz="1700"/>
              <a:t>Priprema sustava za napade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Service Discovery – Nmap</a:t>
            </a:r>
          </a:p>
        </p:txBody>
      </p:sp>
      <p:pic>
        <p:nvPicPr>
          <p:cNvPr id="3" name="Picture 2" descr="kali-napad1-network-service-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64" y="1575956"/>
            <a:ext cx="6992272" cy="5244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Otkriveni servisi (SSH/FTP)</a:t>
            </a:r>
          </a:p>
        </p:txBody>
      </p:sp>
      <p:pic>
        <p:nvPicPr>
          <p:cNvPr id="3" name="Picture 2" descr="kali-napad1-network-service-discovery-s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79" y="1560008"/>
            <a:ext cx="7019640" cy="5264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Account Discovery – Atomic Red Team</a:t>
            </a:r>
          </a:p>
        </p:txBody>
      </p:sp>
      <p:pic>
        <p:nvPicPr>
          <p:cNvPr id="3" name="Picture 2" descr="kali-napad2-account-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2" y="1573863"/>
            <a:ext cx="6982694" cy="5237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Firewall logovi – OPNsense</a:t>
            </a:r>
          </a:p>
        </p:txBody>
      </p:sp>
      <p:pic>
        <p:nvPicPr>
          <p:cNvPr id="3" name="Picture 2" descr="WhatsApp Image 2025-12-15 at 14.00.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2" y="1583100"/>
            <a:ext cx="8349674" cy="52185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Firewall logovi – dodatna analiza</a:t>
            </a:r>
          </a:p>
        </p:txBody>
      </p:sp>
      <p:pic>
        <p:nvPicPr>
          <p:cNvPr id="3" name="Picture 2" descr="WhatsApp Image 2025-12-15 at 14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89" y="1571554"/>
            <a:ext cx="8386620" cy="5241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OS Information Discovery (T1082)</a:t>
            </a:r>
          </a:p>
        </p:txBody>
      </p:sp>
      <p:pic>
        <p:nvPicPr>
          <p:cNvPr id="3" name="Picture 2" descr="WhatsApp Image 2025-12-16 at 08.50.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2" y="1575956"/>
            <a:ext cx="8372534" cy="52328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Owner/User Discovery (T1033)</a:t>
            </a:r>
          </a:p>
        </p:txBody>
      </p:sp>
      <p:pic>
        <p:nvPicPr>
          <p:cNvPr id="3" name="Picture 2" descr="WhatsApp Image 2025-12-16 at 08.50.15 (1).jpeg"/>
          <p:cNvPicPr>
            <a:picLocks noChangeAspect="1"/>
          </p:cNvPicPr>
          <p:nvPr/>
        </p:nvPicPr>
        <p:blipFill>
          <a:blip r:embed="rId2"/>
          <a:srcRect r="27144" b="23492"/>
          <a:stretch>
            <a:fillRect/>
          </a:stretch>
        </p:blipFill>
        <p:spPr>
          <a:xfrm>
            <a:off x="577271" y="1574310"/>
            <a:ext cx="7989457" cy="52437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File &amp; Directory Discovery (T1083)</a:t>
            </a:r>
          </a:p>
        </p:txBody>
      </p:sp>
      <p:pic>
        <p:nvPicPr>
          <p:cNvPr id="3" name="Picture 2" descr="WhatsApp Image 2025-12-16 at 08.50.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43" y="1548463"/>
            <a:ext cx="8460512" cy="5287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Configuration Discovery (T1016)</a:t>
            </a:r>
          </a:p>
        </p:txBody>
      </p:sp>
      <p:pic>
        <p:nvPicPr>
          <p:cNvPr id="3" name="Picture 2" descr="WhatsApp Image 2025-12-16 at 08.50.16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2" y="1575956"/>
            <a:ext cx="8372534" cy="52328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Bash Script Execution (T1059)</a:t>
            </a:r>
          </a:p>
        </p:txBody>
      </p:sp>
      <p:pic>
        <p:nvPicPr>
          <p:cNvPr id="3" name="Picture 2" descr="ee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2" y="1575956"/>
            <a:ext cx="8372534" cy="52328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Detekcija i obrana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Firewall blokira neautorizirani promet</a:t>
            </a:r>
          </a:p>
          <a:p>
            <a:pPr lvl="1"/>
            <a:r>
              <a:rPr lang="en-US" sz="1700"/>
              <a:t>IDS bilježi sumnjive aktivnosti</a:t>
            </a:r>
          </a:p>
          <a:p>
            <a:pPr lvl="1"/>
            <a:r>
              <a:rPr lang="en-US" sz="1700"/>
              <a:t>Logovi omogućuju forenzičku analizu</a:t>
            </a:r>
          </a:p>
          <a:p>
            <a:pPr lvl="1"/>
            <a:r>
              <a:rPr lang="en-US" sz="1700"/>
              <a:t>Napadi nisu kompromitirali sustav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Identificirane ranjivosti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Otvoren FTP servis</a:t>
            </a:r>
          </a:p>
          <a:p>
            <a:pPr lvl="1"/>
            <a:r>
              <a:rPr lang="en-US" sz="1700"/>
              <a:t>Nedostatak SIEM sustava</a:t>
            </a:r>
          </a:p>
          <a:p>
            <a:pPr lvl="1"/>
            <a:r>
              <a:rPr lang="en-US" sz="1700"/>
              <a:t>IDS u monitoring modu (bez blokiranja)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Preporuke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Zamjena FTP-a sa SFTP</a:t>
            </a:r>
          </a:p>
          <a:p>
            <a:pPr lvl="1"/>
            <a:r>
              <a:rPr lang="en-US" sz="1700"/>
              <a:t>Uvođenje SIEM rješenja (Wazuh)</a:t>
            </a:r>
          </a:p>
          <a:p>
            <a:pPr lvl="1"/>
            <a:r>
              <a:rPr lang="en-US" sz="1700"/>
              <a:t>Aktivni IPS mod</a:t>
            </a:r>
          </a:p>
          <a:p>
            <a:pPr lvl="1"/>
            <a:r>
              <a:rPr lang="en-US" sz="1700"/>
              <a:t>Redoviti penetration testovi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Uspješno izvedeni simulirani napadi</a:t>
            </a:r>
          </a:p>
          <a:p>
            <a:pPr lvl="1"/>
            <a:r>
              <a:rPr lang="en-US" sz="1700"/>
              <a:t>Sigurnosne kontrole učinkovite</a:t>
            </a:r>
          </a:p>
          <a:p>
            <a:pPr lvl="1"/>
            <a:r>
              <a:rPr lang="en-US" sz="1700"/>
              <a:t>Atomic Red Team kao vrijedan alat</a:t>
            </a:r>
          </a:p>
          <a:p>
            <a:pPr lvl="1"/>
            <a:r>
              <a:rPr lang="en-US" sz="1700"/>
              <a:t>Projekt ispunio sve ciljeve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Hvala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pažnji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231</Words>
  <Application>Microsoft Office PowerPoint</Application>
  <PresentationFormat>On-screen Show (4:3)</PresentationFormat>
  <Paragraphs>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Atomic Red Team – simulacija napada</vt:lpstr>
      <vt:lpstr>Cilj projekta</vt:lpstr>
      <vt:lpstr>Atomic Red Team</vt:lpstr>
      <vt:lpstr>Virtualna infrastruktura</vt:lpstr>
      <vt:lpstr>Uloga Security Analysta</vt:lpstr>
      <vt:lpstr>Network Service Discovery – Nmap</vt:lpstr>
      <vt:lpstr>Otkriveni servisi (SSH/FTP)</vt:lpstr>
      <vt:lpstr>Account Discovery – Atomic Red Team</vt:lpstr>
      <vt:lpstr>Firewall logovi – OPNsense</vt:lpstr>
      <vt:lpstr>Firewall logovi – dodatna analiza</vt:lpstr>
      <vt:lpstr>OS Information Discovery (T1082)</vt:lpstr>
      <vt:lpstr>System Owner/User Discovery (T1033)</vt:lpstr>
      <vt:lpstr>File &amp; Directory Discovery (T1083)</vt:lpstr>
      <vt:lpstr>Network Configuration Discovery (T1016)</vt:lpstr>
      <vt:lpstr>Bash Script Execution (T1059)</vt:lpstr>
      <vt:lpstr>Detekcija i obrana</vt:lpstr>
      <vt:lpstr>Identificirane ranjivosti</vt:lpstr>
      <vt:lpstr>Preporuke</vt:lpstr>
      <vt:lpstr>Zaključak</vt:lpstr>
      <vt:lpstr>Hvala na pažnji!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Filip Podhraški</cp:lastModifiedBy>
  <cp:revision>2</cp:revision>
  <dcterms:created xsi:type="dcterms:W3CDTF">2013-01-27T09:14:16Z</dcterms:created>
  <dcterms:modified xsi:type="dcterms:W3CDTF">2025-12-16T10:51:13Z</dcterms:modified>
  <cp:category/>
</cp:coreProperties>
</file>